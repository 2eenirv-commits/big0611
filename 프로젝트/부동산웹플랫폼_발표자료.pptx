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부동산 웹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ADD8FF"/>
                </a:solidFill>
              </a:defRPr>
            </a:pPr>
            <a:r>
              <a:t>제작 결과 발표  |  매물 검색 · 분석 · 자동화 통합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팀원: 김길동  ·  홍길동  ·  박미금  ·  김서연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빅데이터 분석 &amp; 자동화 시스템 구축  |  2026.07.28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발표 시간: 20분  |  10장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팀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F"/>
                </a:solidFill>
              </a:defRPr>
            </a:pPr>
            <a:r>
              <a:t>Team Members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56032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45920"/>
            <a:ext cx="914400" cy="9144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874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12529"/>
                </a:solidFill>
              </a:defRPr>
            </a:pPr>
            <a:r>
              <a:t>김길동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6EFD"/>
                </a:solidFill>
              </a:defRPr>
            </a:pPr>
            <a:r>
              <a:t>PM / 백엔드 리드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C757D"/>
                </a:solidFill>
              </a:defRPr>
            </a:pPr>
            <a:r>
              <a:t>Spring Boot API · DB 설계 · Spring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56032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06240" y="1645920"/>
            <a:ext cx="914400" cy="9144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874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12529"/>
                </a:solidFill>
              </a:defRPr>
            </a:pPr>
            <a:r>
              <a:t>홍길동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200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6EFD"/>
                </a:solidFill>
              </a:defRPr>
            </a:pPr>
            <a:r>
              <a:t>풀스택 개발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C757D"/>
                </a:solidFill>
              </a:defRPr>
            </a:pPr>
            <a:r>
              <a:t>프론트·백 연동 · Gradle 빌드 · 배포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371600"/>
            <a:ext cx="256032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86600" y="1645920"/>
            <a:ext cx="914400" cy="9144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1874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12529"/>
                </a:solidFill>
              </a:defRPr>
            </a:pPr>
            <a:r>
              <a:t>박미금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6EFD"/>
                </a:solidFill>
              </a:defRPr>
            </a:pPr>
            <a:r>
              <a:t>프론트엔드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C757D"/>
                </a:solidFill>
              </a:defRPr>
            </a:pPr>
            <a:r>
              <a:t>HTML/CSS/JS · Bootstrap 5 · Flexbox 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371600"/>
            <a:ext cx="256032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1645920"/>
            <a:ext cx="914400" cy="9144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874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12529"/>
                </a:solidFill>
              </a:defRPr>
            </a:pPr>
            <a:r>
              <a:t>김서연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200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6EFD"/>
                </a:solidFill>
              </a:defRPr>
            </a:pPr>
            <a:r>
              <a:t>RPA · AI / 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C757D"/>
                </a:solidFill>
              </a:defRPr>
            </a:pPr>
            <a:r>
              <a:t>Python 크롤링 · 시각화 · ML 분석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협업: GitHub · Gradle · API 명세 공유 · 주 2회 스프린트 회의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배경</a:t>
            </a:r>
          </a:p>
          <a:p>
            <a:pPr lvl="1"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부동산 정보가 여러 사이트에 분산 → 비교·분석 어려움</a:t>
            </a:r>
          </a:p>
          <a:p>
            <a:pPr lvl="1"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수동 검색·엑셀 정리에 시간 과다 소요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목표</a:t>
            </a:r>
          </a:p>
          <a:p>
            <a:pPr lvl="1"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통합 매물 검색 — 지역·가격·면적 필터</a:t>
            </a:r>
          </a:p>
          <a:p>
            <a:pPr lvl="1"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회원·보안 — Spring Security + BCrypt</a:t>
            </a:r>
          </a:p>
          <a:p>
            <a:pPr lvl="1"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데이터 분석 — Python 시각화·가격 예측</a:t>
            </a:r>
          </a:p>
          <a:p>
            <a:pPr lvl="1"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자동 수집(RPA) — 매물 정보 크롤링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기대 효과: 검색 시간 단축 · 데이터 기반 의사결정 · 풀스택 역량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371600"/>
            <a:ext cx="7589520" cy="91440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44475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사용자 브라우저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81051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EEEEE"/>
                </a:solidFill>
              </a:defRPr>
            </a:pPr>
            <a:r>
              <a:t>HTML · CSS · JS · Bootstrap 5 · Flexbox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60720" y="2286000"/>
            <a:ext cx="45720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2606040"/>
            <a:ext cx="7589520" cy="914400"/>
          </a:xfrm>
          <a:prstGeom prst="round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67919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Spring Boot 3.5 + Thymeleaf + Tomcat 10.1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044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EEEEE"/>
                </a:solidFill>
              </a:defRPr>
            </a:pPr>
            <a:r>
              <a:t>Spring Web · Security · JDBC Template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60720" y="3520440"/>
            <a:ext cx="45720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3840480"/>
            <a:ext cx="7589520" cy="914400"/>
          </a:xfrm>
          <a:prstGeom prst="round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391363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MySQL 8  /  TiDB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2793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EEEEE"/>
                </a:solidFill>
              </a:defRPr>
            </a:pPr>
            <a:r>
              <a:t>매물 · 회원 · 분석 데이터 저장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760720" y="4754880"/>
            <a:ext cx="45720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86000" y="5074920"/>
            <a:ext cx="7589520" cy="9144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514807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RPA + AI (Python)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51383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EEEEE"/>
                </a:solidFill>
              </a:defRPr>
            </a:pPr>
            <a:r>
              <a:t>NumPy · Pandas · Matplotlib · Seaborn · Plotly · Scikit-learn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</a:defRPr>
            </a:pPr>
            <a:r>
              <a:t>데이터 흐름: 사용자 → Controller → Service → JdbcTemplate → DB  |  Python RPA → 크롤링 → 분석 → 차트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프론트엔드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F"/>
                </a:solidFill>
              </a:defRPr>
            </a:pPr>
            <a:r>
              <a:t>Frontend Technology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HTML5 / CSS3 / 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시맨틱 마크업 · 스타일링 · 동적 UI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Bootstrap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반응형 그리드 · Navbar · Card · Modal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Flexbox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헤더 · 카드 그리드 · 필터 바 · Footer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4747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화면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메인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추천 매물 · 검색 바 · 카테고리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매물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카드형 목록 · 페이지네이션 · 정렬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매물 상세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이미지 · 가격 · 면적 · 위치 정보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로그인/회원가입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Spring Security 연동 · BCrypt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분석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지역별 시세 · Plotly 차트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백엔드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F"/>
                </a:solidFill>
              </a:defRPr>
            </a:pPr>
            <a:r>
              <a:t>Backend Technology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JDK 21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Spring Boot 3.5.x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Thymeleaf (SSR)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Tomcat 10.1 (내장)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MySQL 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Gradle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Spring 의존성 (DI)</a:t>
            </a:r>
          </a:p>
          <a:p>
            <a:pPr lvl="1"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spring-boot-starter-web</a:t>
            </a:r>
          </a:p>
          <a:p>
            <a:pPr lvl="1"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spring-boot-starter-security + BCrypt</a:t>
            </a:r>
          </a:p>
          <a:p>
            <a:pPr lvl="1"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spring-boot-starter-thymeleaf</a:t>
            </a:r>
          </a:p>
          <a:p>
            <a:pPr lvl="1"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mysql-connector-j</a:t>
            </a:r>
          </a:p>
          <a:p>
            <a:pPr lvl="1"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spring-boot-starter-jdbc + JdbcTemplate</a:t>
            </a:r>
          </a:p>
          <a:p>
            <a:pPr lvl="1"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Lombok</a:t>
            </a:r>
          </a:p>
          <a:p>
            <a:pPr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212529"/>
                </a:solidFill>
              </a:defRPr>
            </a:pPr>
            <a:r>
              <a:t>API: GET /properties · GET /properties/{id} · POST /auth/register · GET /api/analysis/region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RPA + AI (Python)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F"/>
                </a:solidFill>
              </a:defRPr>
            </a:pPr>
            <a:r>
              <a:t>Data Automation &amp;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패키지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HTTP 요청 · API 호출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BeautifulSoup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HTML 파싱 · 매물 크롤링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NumPy / 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데이터 전처리 · 집계 · 분석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Matplotlib / Seaborn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정적 차트 · 통계 시각화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Plotly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인터랙티브 차트 · 대시보드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회귀·분류 · 가격 예측 ML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자동화·분석 파이프라인</a:t>
            </a:r>
          </a:p>
          <a:p>
            <a:pPr lvl="1"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① RPA: 매물 사이트 → BeautifulSoup 파싱 → DB 저장</a:t>
            </a:r>
          </a:p>
          <a:p>
            <a:pPr lvl="1"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② Pandas: 결측치·중복 처리 · 지역·평당가 집계</a:t>
            </a:r>
          </a:p>
          <a:p>
            <a:pPr lvl="1"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③ 시각화: 지역별·월별 가격 추이 차트</a:t>
            </a:r>
          </a:p>
          <a:p>
            <a:pPr lvl="1"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④ ML: 면적·층·지역 → 예상 가격 예측 모델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배포 &amp; 인프라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F"/>
                </a:solidFill>
              </a:defRPr>
            </a:pPr>
            <a:r>
              <a:t>Deployment &amp; Infrastructure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기술 / 서비스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TiDB Cloud (MySQL 8 호환)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App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Render 또는 AWS EC2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Gradle — ./gradlew bootJar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GitHub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BCrypt · HTTPS · 환경변수 분리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배포 절차</a:t>
            </a:r>
          </a:p>
          <a:p>
            <a:pPr lvl="1"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1. GitHub Push → 2. Gradle JAR 빌드 → 3. Render/EC2 배포 → 4. TiDB 연결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운영 고려사항</a:t>
            </a:r>
          </a:p>
          <a:p>
            <a:pPr lvl="1"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DB 연결 풀 · 백업 · HTTPS 적용</a:t>
            </a:r>
          </a:p>
          <a:p>
            <a:pPr lvl="1"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민감 정보 환경변수 관리 (DB URL, Password)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주요 기능 &amp;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F"/>
                </a:solidFill>
              </a:defRPr>
            </a:pPr>
            <a:r>
              <a:t>Key Features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12529"/>
                </a:solidFill>
              </a:defRPr>
            </a:pPr>
            <a:r>
              <a:t>✔  매물 검색 · 필터 · 정렬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12529"/>
                </a:solidFill>
              </a:defRPr>
            </a:pPr>
            <a:r>
              <a:t>✔  회원가입 · 로그인 (BCrypt 암호화)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12529"/>
                </a:solidFill>
              </a:defRPr>
            </a:pPr>
            <a:r>
              <a:t>✔  Thymeleaf SSR 페이지 렌더링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12529"/>
                </a:solidFill>
              </a:defRPr>
            </a:pPr>
            <a:r>
              <a:t>✔  Python RPA 매물 자동 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12529"/>
                </a:solidFill>
              </a:defRPr>
            </a:pPr>
            <a:r>
              <a:t>✔  Pandas / Plotly 시세 분석 차트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12529"/>
                </a:solidFill>
              </a:defRPr>
            </a:pPr>
            <a:r>
              <a:t>✔  Bootstrap 5 반응형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10972800" cy="2286000"/>
          </a:xfrm>
          <a:prstGeom prst="roundRect">
            <a:avLst/>
          </a:prstGeom>
          <a:solidFill>
            <a:srgbClr val="F8F9FA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6EFD"/>
                </a:solidFill>
              </a:defRPr>
            </a:pPr>
            <a:r>
              <a:t>데모 시나리오 (3분)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1. 메인 → '강남' 지역 검색</a:t>
            </a:r>
          </a:p>
          <a:p>
            <a:pPr lvl="1"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2. 매물 상세 페이지 확인</a:t>
            </a:r>
          </a:p>
          <a:p>
            <a:pPr lvl="1"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3. 로그인 → 관심 매물 저장</a:t>
            </a:r>
          </a:p>
          <a:p>
            <a:pPr lvl="1"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4. 분석 대시보드 → 지역별 시세 차트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결론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성과</a:t>
            </a:r>
          </a:p>
          <a:p>
            <a:pPr lvl="1"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Spring Boot 3.5 + JDK 21 최신 스택 적용</a:t>
            </a:r>
          </a:p>
          <a:p>
            <a:pPr lvl="1"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웹 · DB · 보안 · 데이터 · RPA 풀스택 통합</a:t>
            </a:r>
          </a:p>
          <a:p>
            <a:pPr lvl="1"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TiDB + Render/EC2 클라우드 배포 경험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한계 &amp; 개선 방향</a:t>
            </a:r>
          </a:p>
          <a:p>
            <a:pPr lvl="1"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실시간 지도 API (Kakao/Naver Map) 연동</a:t>
            </a:r>
          </a:p>
          <a:p>
            <a:pPr lvl="1"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REST API + JWT 분리 아키텍처</a:t>
            </a:r>
          </a:p>
          <a:p>
            <a:pPr lvl="1"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크롤링 스케줄링 · 에러 재시도 자동화</a:t>
            </a:r>
          </a:p>
          <a:p>
            <a:pPr lvl="1"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ML 모델 정확도 고도화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6EFD"/>
                </a:solidFill>
              </a:defRPr>
            </a:pPr>
            <a:r>
              <a:t>감사합니다  |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